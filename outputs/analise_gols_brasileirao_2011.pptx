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028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741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36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397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94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994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45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3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719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050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67478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775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580625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682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8356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828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743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Gols no Campeonato Brasileiro 2011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Análise estatística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Tema: Número de gols marcados no Campeonato Brasileiro de 2011</a:t>
            </a:r>
          </a:p>
          <a:p>
            <a:r>
              <a:t>Objetivo: Descrever e interpretar a distribuição de gols por equipe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Coleta de 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Fonte: tabela oficial do Brasileirão 2011</a:t>
            </a:r>
          </a:p>
          <a:p>
            <a:r>
              <a:t>20 observações (uma por equipe)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Tabela Original</a:t>
            </a:r>
          </a:p>
        </p:txBody>
      </p:sp>
      <p:graphicFrame>
        <p:nvGraphicFramePr>
          <p:cNvPr id="8" name="Espaço Reservado para Conteúdo 7">
            <a:extLst>
              <a:ext uri="{FF2B5EF4-FFF2-40B4-BE49-F238E27FC236}">
                <a16:creationId xmlns:a16="http://schemas.microsoft.com/office/drawing/2014/main" id="{98EC836B-960B-F502-002F-1E7E220F1E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3967238"/>
              </p:ext>
            </p:extLst>
          </p:nvPr>
        </p:nvGraphicFramePr>
        <p:xfrm>
          <a:off x="4699820" y="1577306"/>
          <a:ext cx="3986980" cy="407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3490">
                  <a:extLst>
                    <a:ext uri="{9D8B030D-6E8A-4147-A177-3AD203B41FA5}">
                      <a16:colId xmlns:a16="http://schemas.microsoft.com/office/drawing/2014/main" val="912167834"/>
                    </a:ext>
                  </a:extLst>
                </a:gridCol>
                <a:gridCol w="1993490">
                  <a:extLst>
                    <a:ext uri="{9D8B030D-6E8A-4147-A177-3AD203B41FA5}">
                      <a16:colId xmlns:a16="http://schemas.microsoft.com/office/drawing/2014/main" val="6566195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Gols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042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Cruzeiro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5229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Figueirense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170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Flamengo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068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Fluminense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201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Grêmio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486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Internacional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111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Palmeiras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414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Santos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728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São Paulo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835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Vasco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4579659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080730"/>
              </p:ext>
            </p:extLst>
          </p:nvPr>
        </p:nvGraphicFramePr>
        <p:xfrm>
          <a:off x="742336" y="1577306"/>
          <a:ext cx="3957484" cy="40741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87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7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378">
                <a:tc>
                  <a:txBody>
                    <a:bodyPr/>
                    <a:lstStyle/>
                    <a:p>
                      <a: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Gols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78">
                <a:tc>
                  <a:txBody>
                    <a:bodyPr/>
                    <a:lstStyle/>
                    <a:p>
                      <a:r>
                        <a:t>América-MG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78">
                <a:tc>
                  <a:txBody>
                    <a:bodyPr/>
                    <a:lstStyle/>
                    <a:p>
                      <a:r>
                        <a:t>Athletico-PR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78">
                <a:tc>
                  <a:txBody>
                    <a:bodyPr/>
                    <a:lstStyle/>
                    <a:p>
                      <a:r>
                        <a:t>Atlético-GO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378">
                <a:tc>
                  <a:txBody>
                    <a:bodyPr/>
                    <a:lstStyle/>
                    <a:p>
                      <a:r>
                        <a:t>Atlético-MG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378">
                <a:tc>
                  <a:txBody>
                    <a:bodyPr/>
                    <a:lstStyle/>
                    <a:p>
                      <a:r>
                        <a:t>Avaí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378">
                <a:tc>
                  <a:txBody>
                    <a:bodyPr/>
                    <a:lstStyle/>
                    <a:p>
                      <a:r>
                        <a:t>Bahia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378">
                <a:tc>
                  <a:txBody>
                    <a:bodyPr/>
                    <a:lstStyle/>
                    <a:p>
                      <a:r>
                        <a:t>Botafogo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378">
                <a:tc>
                  <a:txBody>
                    <a:bodyPr/>
                    <a:lstStyle/>
                    <a:p>
                      <a:r>
                        <a:t>Ceará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378">
                <a:tc>
                  <a:txBody>
                    <a:bodyPr/>
                    <a:lstStyle/>
                    <a:p>
                      <a:r>
                        <a:t>Corinthians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378">
                <a:tc>
                  <a:txBody>
                    <a:bodyPr/>
                    <a:lstStyle/>
                    <a:p>
                      <a:r>
                        <a:t>Coritiba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Tabela de Frequências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63040"/>
          <a:ext cx="8412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r>
                        <a:t>Intervalo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r>
                        <a:t>35-39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r>
                        <a:t>40-44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r>
                        <a:t>45-49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r>
                        <a:t>50-54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r>
                        <a:t>55-59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8">
                <a:tc>
                  <a:txBody>
                    <a:bodyPr/>
                    <a:lstStyle/>
                    <a:p>
                      <a:r>
                        <a:t>60-64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62.5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Histograma</a:t>
            </a:r>
          </a:p>
        </p:txBody>
      </p:sp>
      <p:pic>
        <p:nvPicPr>
          <p:cNvPr id="3" name="Picture 2" descr="histograma_g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Gráfico de Colunas</a:t>
            </a:r>
          </a:p>
        </p:txBody>
      </p:sp>
      <p:pic>
        <p:nvPicPr>
          <p:cNvPr id="3" name="Picture 2" descr="grafico_colunas_g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Medidas Estatísticas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Média: 50.75</a:t>
            </a:r>
          </a:p>
          <a:p>
            <a:r>
              <a:t>Moda: 57</a:t>
            </a:r>
          </a:p>
          <a:p>
            <a:r>
              <a:t>Mediana (Q2): 50.50</a:t>
            </a:r>
          </a:p>
          <a:p>
            <a:r>
              <a:t>Q1: 46.50</a:t>
            </a:r>
          </a:p>
          <a:p>
            <a:r>
              <a:t>Q3: 57.00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Os gols concentram-se entre 45 e 57 tentos.</a:t>
            </a:r>
          </a:p>
          <a:p>
            <a:r>
              <a:t>Destaca-se a performance do Fluminense (60 gols).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Encerramento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</TotalTime>
  <Words>177</Words>
  <Application>Microsoft Office PowerPoint</Application>
  <PresentationFormat>Apresentação na tela (4:3)</PresentationFormat>
  <Paragraphs>102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Facetado</vt:lpstr>
      <vt:lpstr>Gols no Campeonato Brasileiro 2011</vt:lpstr>
      <vt:lpstr>Introdução</vt:lpstr>
      <vt:lpstr>Coleta de Dados</vt:lpstr>
      <vt:lpstr>Tabela Original</vt:lpstr>
      <vt:lpstr>Tabela de Frequências</vt:lpstr>
      <vt:lpstr>Histograma</vt:lpstr>
      <vt:lpstr>Gráfico de Colunas</vt:lpstr>
      <vt:lpstr>Medidas Estatísticas</vt:lpstr>
      <vt:lpstr>Conclusão</vt:lpstr>
      <vt:lpstr>Encerramento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vitor silami</cp:lastModifiedBy>
  <cp:revision>2</cp:revision>
  <dcterms:created xsi:type="dcterms:W3CDTF">2013-01-27T09:14:16Z</dcterms:created>
  <dcterms:modified xsi:type="dcterms:W3CDTF">2025-12-02T00:38:23Z</dcterms:modified>
  <cp:category/>
</cp:coreProperties>
</file>